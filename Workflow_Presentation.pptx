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Commercial Fleet Operations &amp;</a:t>
            </a:r>
          </a:p>
          <a:p>
            <a:r>
              <a:t>Turnaround Optimization Model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End-to-End Workflow &amp; Architecture</a:t>
            </a:r>
          </a:p>
          <a:p>
            <a:r>
              <a:t>Predicting Cascading Delays to Save Operational Costs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Business Problem: Cascading Delays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Airlines operate on incredibly tight turnaround schedules.</a:t>
            </a:r>
          </a:p>
          <a:p>
            <a:pPr lvl="1"/>
            <a:r>
              <a:t>The Turnaround Buffer: The scheduled ground time between arrival and departure.</a:t>
            </a:r>
          </a:p>
          <a:p>
            <a:pPr lvl="1"/>
            <a:r>
              <a:t>The Problem: When an aircraft arrives late, the buffer is breached.</a:t>
            </a:r>
          </a:p>
          <a:p>
            <a:pPr lvl="1"/>
            <a:r>
              <a:t>The Impact: One delay propagates to the next flight (cascading delays).</a:t>
            </a:r>
          </a:p>
          <a:p>
            <a:pPr lvl="1"/>
            <a:r>
              <a:t>The Cost: The FAA estimates each minute of delay costs airlines ~$75.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Workflow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How the pipeline operates:</a:t>
            </a:r>
          </a:p>
          <a:p>
            <a:pPr lvl="1"/>
            <a:r>
              <a:t>1. Data Ingestion (db_setup.py)</a:t>
            </a:r>
          </a:p>
          <a:p>
            <a:pPr lvl="2"/>
            <a:r>
              <a:t>Reads raw CSV, formats timestamps, cleans data, loads into SQLite.</a:t>
            </a:r>
          </a:p>
          <a:p>
            <a:pPr lvl="1"/>
            <a:r>
              <a:t>2. Analytical Engine (turnaround_analytics.sql)</a:t>
            </a:r>
          </a:p>
          <a:p>
            <a:pPr lvl="2"/>
            <a:r>
              <a:t>Uses Window Functions to track aircraft across flights and calculate ground turnaround.</a:t>
            </a:r>
          </a:p>
          <a:p>
            <a:pPr lvl="1"/>
            <a:r>
              <a:t>3. Predictive Modeling (train_model.py)</a:t>
            </a:r>
          </a:p>
          <a:p>
            <a:pPr lvl="2"/>
            <a:r>
              <a:t>Trains a Random Forest classifier using engineered features to predict buffer breaches.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 Run the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Step-by-step execution:</a:t>
            </a:r>
          </a:p>
          <a:p>
            <a:pPr lvl="1"/>
            <a:r>
              <a:t>Step 1: Install dependencies (pip install -r requirements.txt)</a:t>
            </a:r>
          </a:p>
          <a:p>
            <a:pPr lvl="1"/>
            <a:r>
              <a:t>Step 2: Build the Database (python src/db_setup.py)</a:t>
            </a:r>
          </a:p>
          <a:p>
            <a:pPr lvl="1"/>
            <a:r>
              <a:t>Step 3: Run the SQL Analytics (sqlite3 operations.db &lt; sql/turnaround_analytics.sql)</a:t>
            </a:r>
          </a:p>
          <a:p>
            <a:pPr lvl="1"/>
            <a:r>
              <a:t>Step 4: Run the ML Model (python src/train_model.py)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Results &amp; Financial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Performance Benchmarks:</a:t>
            </a:r>
          </a:p>
          <a:p>
            <a:pPr lvl="1"/>
            <a:r>
              <a:t>Precision (78.4%): High accuracy when flagging a delay.</a:t>
            </a:r>
          </a:p>
          <a:p>
            <a:pPr lvl="1"/>
            <a:r>
              <a:t>Recall (65.9%): Successfully anticipated 66% of actual delays.</a:t>
            </a:r>
          </a:p>
          <a:p>
            <a:pPr lvl="1"/>
            <a:r>
              <a:t>Predicted Delay Cost Exposure: $51,204,225</a:t>
            </a:r>
          </a:p>
          <a:p>
            <a:pPr lvl="1"/>
            <a:r>
              <a:t>Potential Operational Savings: $10,240,845 (assuming 20% mitigation)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